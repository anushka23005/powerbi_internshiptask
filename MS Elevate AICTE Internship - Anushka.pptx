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 showGuides="1">
      <p:cViewPr varScale="1">
        <p:scale>
          <a:sx n="70" d="100"/>
          <a:sy n="70" d="100"/>
        </p:scale>
        <p:origin x="714" y="60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6" Type="http://schemas.openxmlformats.org/officeDocument/2006/relationships/image" Target="../media/image2.jpeg"/><Relationship Id="rId5" Type="http://schemas.openxmlformats.org/officeDocument/2006/relationships/hyperlink" Target="mailto:anushkayadavpvt@gmail.com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517379" y="1078174"/>
            <a:ext cx="4746772" cy="25248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IN" sz="5400" dirty="0"/>
              <a:t>Fashion Boutique Sales &amp; Product Performance Dashboard</a:t>
            </a:r>
            <a:endParaRPr lang="en-US" sz="5100" b="1" kern="1200" dirty="0"/>
          </a:p>
        </p:txBody>
      </p:sp>
      <p:sp>
        <p:nvSpPr>
          <p:cNvPr id="5" name="Subtitle 2"/>
          <p:cNvSpPr>
            <a:spLocks noGrp="1"/>
          </p:cNvSpPr>
          <p:nvPr/>
        </p:nvSpPr>
        <p:spPr>
          <a:xfrm>
            <a:off x="594127" y="3739889"/>
            <a:ext cx="4166512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Anushka </a:t>
            </a:r>
            <a:r>
              <a:rPr lang="en-US" sz="1600" b="1" cap="all" dirty="0" err="1"/>
              <a:t>yadav</a:t>
            </a:r>
            <a:r>
              <a:rPr lang="en-US" sz="1600" b="1" cap="all" dirty="0"/>
              <a:t> 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MAKHANLAL CHATURVEDI NATIONAL UNIVERSITY OF JOURNALISM AND COMMUNICATION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COMPUTER APPLICATION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</a:t>
            </a:r>
            <a:r>
              <a:rPr lang="en-IN" sz="1600" b="1" dirty="0">
                <a:hlinkClick r:id="rId5"/>
              </a:rPr>
              <a:t>anushkayadavpvt@gmail.com</a:t>
            </a:r>
            <a:r>
              <a:rPr lang="en-IN" sz="1600" b="1" dirty="0"/>
              <a:t> </a:t>
            </a:r>
            <a:endParaRPr lang="en-US" sz="1600" b="1" cap="all" dirty="0"/>
          </a:p>
        </p:txBody>
      </p:sp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0111" y="268689"/>
            <a:ext cx="5314702" cy="538673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 panose="020B0604020202020204"/>
                <a:cs typeface="Arial" panose="020B0604020202020204"/>
              </a:rPr>
              <a:t>OUTLINE: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Problem Statement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Proposed System/Solution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System Development Approach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Algorithm &amp; Deployment  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Result (Output Image)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Conclusion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Future Scope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References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endParaRPr lang="en-GB" sz="2200" dirty="0">
              <a:latin typeface="Aptos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Problem Statement: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Fashion retailers manage large volumes of product and sales across different  categories, brands, and seasons. Analyzing this data manually makes it difficult to understand customer preferences and product performance. </a:t>
            </a:r>
          </a:p>
          <a:p>
            <a:pPr marL="0" indent="0">
              <a:buNone/>
            </a:pPr>
            <a:endParaRPr lang="en-US" sz="2200" dirty="0">
              <a:latin typeface="Franklin Gothic Book" panose="020B0503020102020204"/>
            </a:endParaRPr>
          </a:p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Business need a data-driven approach to identify top-selling products, track revenue trends, and analyze product returns to improve decision-making . 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5" y="1304306"/>
            <a:ext cx="10515600" cy="425196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 b="1" dirty="0"/>
              <a:t>The proposed solution is to build a sales analytics dashboard using Microsoft Power BI to analyze product performance in a fashion boutique.</a:t>
            </a:r>
          </a:p>
          <a:p>
            <a:r>
              <a:rPr lang="en-US" sz="1200" b="1" dirty="0"/>
              <a:t>The dashboard will provide insights including:</a:t>
            </a:r>
          </a:p>
          <a:p>
            <a:r>
              <a:rPr lang="en-US" sz="1200" b="1" dirty="0"/>
              <a:t>• Revenue generated by product category and brand</a:t>
            </a:r>
            <a:br>
              <a:rPr lang="en-US" sz="1200" b="1" dirty="0"/>
            </a:br>
            <a:r>
              <a:rPr lang="en-US" sz="1200" b="1" dirty="0"/>
              <a:t>• Seasonal sales trends</a:t>
            </a:r>
            <a:br>
              <a:rPr lang="en-US" sz="1200" b="1" dirty="0"/>
            </a:br>
            <a:r>
              <a:rPr lang="en-US" sz="1200" b="1" dirty="0"/>
              <a:t>• Customer ratings and product returns</a:t>
            </a:r>
            <a:br>
              <a:rPr lang="en-US" sz="1200" b="1" dirty="0"/>
            </a:br>
            <a:r>
              <a:rPr lang="en-US" sz="1200" b="1" dirty="0"/>
              <a:t>• Overall store performance metrics</a:t>
            </a:r>
          </a:p>
          <a:p>
            <a:r>
              <a:rPr lang="en-US" sz="1200" b="1" dirty="0"/>
              <a:t>This system helps businesses understand customer preferences and improve inventory planning.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GB" sz="12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IN" sz="2400" b="1" dirty="0"/>
              <a:t>Tools and Technologies Used:</a:t>
            </a:r>
          </a:p>
          <a:p>
            <a:r>
              <a:rPr lang="en-IN" sz="2400" b="1" dirty="0"/>
              <a:t>• Data Visualization Tool: Microsoft Power BI</a:t>
            </a:r>
            <a:br>
              <a:rPr lang="en-IN" sz="2400" b="1" dirty="0"/>
            </a:br>
            <a:r>
              <a:rPr lang="en-IN" sz="2400" b="1" dirty="0"/>
              <a:t>• Data Source: Retail Sales Dataset</a:t>
            </a:r>
            <a:br>
              <a:rPr lang="en-IN" sz="2400" b="1" dirty="0"/>
            </a:br>
            <a:r>
              <a:rPr lang="en-IN" sz="2400" b="1" dirty="0"/>
              <a:t>• Data Processing: Power Query Editor</a:t>
            </a:r>
            <a:br>
              <a:rPr lang="en-IN" sz="2400" b="1" dirty="0"/>
            </a:br>
            <a:r>
              <a:rPr lang="en-IN" sz="2400" b="1" dirty="0"/>
              <a:t>• Data Modelling: DAX (Data Analysis Expressions)</a:t>
            </a:r>
            <a:br>
              <a:rPr lang="en-IN" sz="2400" b="1" dirty="0"/>
            </a:br>
            <a:r>
              <a:rPr lang="en-IN" sz="2400" b="1" dirty="0"/>
              <a:t>• Visualization Techniques: Charts, KPI Cards, Slicers, and Interactive Dashboards</a:t>
            </a:r>
          </a:p>
          <a:p>
            <a:r>
              <a:rPr lang="en-IN" sz="2400" b="1" dirty="0"/>
              <a:t>Steps followed in the development:</a:t>
            </a:r>
          </a:p>
          <a:p>
            <a:r>
              <a:rPr lang="en-IN" sz="2400" b="1" dirty="0"/>
              <a:t>Data Collection</a:t>
            </a:r>
          </a:p>
          <a:p>
            <a:r>
              <a:rPr lang="en-IN" sz="2400" b="1" dirty="0"/>
              <a:t>Data Cleaning and Transformation</a:t>
            </a:r>
          </a:p>
          <a:p>
            <a:r>
              <a:rPr lang="en-IN" sz="2400" b="1" dirty="0"/>
              <a:t>Data Modelling</a:t>
            </a:r>
          </a:p>
          <a:p>
            <a:r>
              <a:rPr lang="en-IN" sz="2400" b="1" dirty="0"/>
              <a:t>Dashboard Development</a:t>
            </a:r>
          </a:p>
          <a:p>
            <a:r>
              <a:rPr lang="en-IN" sz="2400" b="1" dirty="0"/>
              <a:t>Data Visualization and Insights Generation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GB" sz="22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r>
              <a:rPr lang="en-US" sz="1400" b="1" dirty="0"/>
              <a:t>Algorithm Selection</a:t>
            </a:r>
          </a:p>
          <a:p>
            <a:r>
              <a:rPr lang="en-US" sz="1400" dirty="0"/>
              <a:t>Microsoft Power BI was chosen for retail sales analysis, using </a:t>
            </a:r>
            <a:r>
              <a:rPr lang="en-US" sz="1400" b="1" dirty="0"/>
              <a:t>DAX</a:t>
            </a:r>
            <a:r>
              <a:rPr lang="en-US" sz="1400" dirty="0"/>
              <a:t> to calculate metrics like revenue, products sold, customer ratings, and return rate. It was selected for its strong visualization and interactive features.</a:t>
            </a:r>
          </a:p>
          <a:p>
            <a:r>
              <a:rPr lang="en-US" sz="1400" b="1" dirty="0"/>
              <a:t>Data Input</a:t>
            </a:r>
          </a:p>
          <a:p>
            <a:r>
              <a:rPr lang="en-US" sz="1400" dirty="0"/>
              <a:t>Inputs included sales transactions, product details, customer ratings, and return records.</a:t>
            </a:r>
          </a:p>
          <a:p>
            <a:r>
              <a:rPr lang="en-US" sz="1400" b="1" dirty="0"/>
              <a:t>Training Process</a:t>
            </a:r>
          </a:p>
          <a:p>
            <a:r>
              <a:rPr lang="en-US" sz="1400" dirty="0"/>
              <a:t>Data was cleaned and transformed with </a:t>
            </a:r>
            <a:r>
              <a:rPr lang="en-US" sz="1400" b="1" dirty="0"/>
              <a:t>Power Query</a:t>
            </a:r>
            <a:r>
              <a:rPr lang="en-US" sz="1400" dirty="0"/>
              <a:t>, ensuring accuracy and consistency before analysis.</a:t>
            </a:r>
          </a:p>
          <a:p>
            <a:r>
              <a:rPr lang="en-US" sz="1400" b="1" dirty="0"/>
              <a:t>Prediction/Analysis Process</a:t>
            </a:r>
          </a:p>
          <a:p>
            <a:r>
              <a:rPr lang="en-US" sz="1400" dirty="0"/>
              <a:t>A dashboard built in </a:t>
            </a:r>
            <a:r>
              <a:rPr lang="en-US" sz="1400" b="1" dirty="0"/>
              <a:t>Power BI Desktop</a:t>
            </a:r>
            <a:r>
              <a:rPr lang="en-US" sz="1400" dirty="0"/>
              <a:t> provides interactive filters and slicers to explore product performance, seasonal trends, and returns.</a:t>
            </a:r>
            <a:endParaRPr lang="en-GB" sz="1400" dirty="0"/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GB" sz="1400" dirty="0"/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GB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  Result: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136" y="1584103"/>
            <a:ext cx="4779774" cy="4251960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/>
              <a:t>The developed dashboard provides a clear visualization of fashion boutique sales data. It enables users to analyze product categories, brands, seasonal trends, and product return patterns.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Key insights obtained include:</a:t>
            </a:r>
          </a:p>
          <a:p>
            <a:pPr marL="0" indent="0">
              <a:buNone/>
            </a:pPr>
            <a:r>
              <a:rPr lang="en-US" sz="2400" dirty="0"/>
              <a:t>• Identification of top-performing product categories</a:t>
            </a:r>
            <a:br>
              <a:rPr lang="en-US" sz="2400" dirty="0"/>
            </a:br>
            <a:r>
              <a:rPr lang="en-US" sz="2400" dirty="0"/>
              <a:t>• Analysis of sales by brand and season</a:t>
            </a:r>
            <a:br>
              <a:rPr lang="en-US" sz="2400" dirty="0"/>
            </a:br>
            <a:r>
              <a:rPr lang="en-US" sz="2400" dirty="0"/>
              <a:t>• Understanding product return distribution</a:t>
            </a:r>
            <a:br>
              <a:rPr lang="en-US" sz="2400" dirty="0"/>
            </a:br>
            <a:r>
              <a:rPr lang="en-US" sz="2400" dirty="0"/>
              <a:t>• Evaluation of customer ratings and satisfaction</a:t>
            </a:r>
          </a:p>
          <a:p>
            <a:pPr marL="0" indent="0">
              <a:buNone/>
            </a:pPr>
            <a:r>
              <a:rPr lang="en-US" sz="2400" dirty="0"/>
              <a:t>The dashboard allows users to interact with the data using filters and visual charts.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1357BD-7C74-EF07-3D22-076558BCE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909" y="842058"/>
            <a:ext cx="6913651" cy="54126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This project demonstrates how business intelligence tools such as Microsoft Power BI can transform raw fashion retail data into meaningful insights.</a:t>
            </a:r>
          </a:p>
          <a:p>
            <a:r>
              <a:rPr lang="en-US" sz="2400" dirty="0"/>
              <a:t>The dashboard helps businesses understand product performance, seasonal demand patterns, and customer feedback. These insights can support better inventory management and marketing strategies.</a:t>
            </a:r>
          </a:p>
          <a:p>
            <a:r>
              <a:rPr lang="en-US" sz="2400" dirty="0"/>
              <a:t>Overall, the project highlights the value of </a:t>
            </a:r>
            <a:r>
              <a:rPr lang="en-US" sz="2400" b="1" dirty="0"/>
              <a:t>data-driven decision-making in the fashion retail industry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 panose="020B0503020102020204"/>
            </a:endParaRPr>
          </a:p>
          <a:p>
            <a:pPr marL="0" indent="0">
              <a:buNone/>
            </a:pPr>
            <a:r>
              <a:rPr lang="en-US" sz="2400" dirty="0"/>
              <a:t>Future improvements for this system may include:</a:t>
            </a:r>
          </a:p>
          <a:p>
            <a:pPr marL="0" indent="0">
              <a:buNone/>
            </a:pPr>
            <a:r>
              <a:rPr lang="en-US" sz="2400" dirty="0"/>
              <a:t>• Integration with real-time sales and inventory systems</a:t>
            </a:r>
            <a:br>
              <a:rPr lang="en-US" sz="2400" dirty="0"/>
            </a:br>
            <a:r>
              <a:rPr lang="en-US" sz="2400" dirty="0"/>
              <a:t>• Implementation of machine learning models for demand forecasting</a:t>
            </a:r>
            <a:br>
              <a:rPr lang="en-US" sz="2400" dirty="0"/>
            </a:br>
            <a:r>
              <a:rPr lang="en-US" sz="2400" dirty="0"/>
              <a:t>• Expansion of analysis to include customer demographics and buying behavior</a:t>
            </a:r>
            <a:br>
              <a:rPr lang="en-US" sz="2400" dirty="0"/>
            </a:br>
            <a:r>
              <a:rPr lang="en-US" sz="2400" dirty="0"/>
              <a:t>• Deployment of the dashboard on Power BI Service for cloud-based access</a:t>
            </a:r>
          </a:p>
          <a:p>
            <a:pPr marL="0" indent="0">
              <a:buNone/>
            </a:pPr>
            <a:r>
              <a:rPr lang="en-US" sz="2400" dirty="0"/>
              <a:t>These enhancements can further improve business intelligence capabilities for fashion retailers.</a:t>
            </a:r>
          </a:p>
          <a:p>
            <a:pPr marL="0" indent="0">
              <a:buNone/>
            </a:pPr>
            <a:endParaRPr lang="en-GB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References: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000" dirty="0"/>
              <a:t>• Microsoft Power BI Documentation</a:t>
            </a:r>
            <a:br>
              <a:rPr lang="en-IN" sz="2000" dirty="0"/>
            </a:br>
            <a:r>
              <a:rPr lang="en-IN" sz="2000" dirty="0"/>
              <a:t>• Kaggle Retail Sales Dataset</a:t>
            </a:r>
            <a:br>
              <a:rPr lang="en-IN" sz="2000" dirty="0"/>
            </a:br>
            <a:r>
              <a:rPr lang="en-IN" sz="2000" dirty="0"/>
              <a:t>• Data Visualization and Business Intelligence Resources</a:t>
            </a:r>
            <a:br>
              <a:rPr lang="en-IN" sz="2000" dirty="0"/>
            </a:br>
            <a:r>
              <a:rPr lang="en-IN" sz="2000" dirty="0"/>
              <a:t>• Online tutorials and documentation related to </a:t>
            </a:r>
            <a:r>
              <a:rPr lang="en-IN" sz="2000" b="1" dirty="0"/>
              <a:t>Microsoft Power BI</a:t>
            </a:r>
            <a:endParaRPr lang="en-IN" sz="2000" dirty="0"/>
          </a:p>
          <a:p>
            <a:r>
              <a:rPr lang="en-IN" sz="2000" dirty="0"/>
              <a:t>GitHub Link</a:t>
            </a:r>
            <a:r>
              <a:rPr lang="en-IN" sz="2000"/>
              <a:t>: </a:t>
            </a:r>
            <a:endParaRPr lang="en-IN" sz="2000" u="sng" dirty="0">
              <a:solidFill>
                <a:srgbClr val="0070C0"/>
              </a:solidFill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000" dirty="0"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200" dirty="0"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/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00" indent="-2286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00" indent="-1905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990" indent="-173990">
              <a:buFont typeface="Arial" panose="020B0604020202020204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/>
          <p:cNvSpPr txBox="1"/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00" rtl="0" eaLnBrk="1" latinLnBrk="0" hangingPunct="1">
              <a:spcBef>
                <a:spcPct val="0"/>
              </a:spcBef>
              <a:buNone/>
              <a:defRPr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633</Words>
  <Application>Microsoft Office PowerPoint</Application>
  <PresentationFormat>Widescreen</PresentationFormat>
  <Paragraphs>65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  Result:</vt:lpstr>
      <vt:lpstr>Conclusion:</vt:lpstr>
      <vt:lpstr>Future scope: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Shivani Shivani</cp:lastModifiedBy>
  <cp:revision>106</cp:revision>
  <dcterms:created xsi:type="dcterms:W3CDTF">2024-05-21T11:55:00Z</dcterms:created>
  <dcterms:modified xsi:type="dcterms:W3CDTF">2026-03-14T15:38:01Z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  <property fmtid="{D5CDD505-2E9C-101B-9397-08002B2CF9AE}" pid="4" name="ICV">
    <vt:lpwstr>EE4E1345D65D4F85A477FE2A1A549664_12</vt:lpwstr>
  </property>
  <property fmtid="{D5CDD505-2E9C-101B-9397-08002B2CF9AE}" pid="5" name="KSOProductBuildVer">
    <vt:lpwstr>1033-12.2.0.23155</vt:lpwstr>
  </property>
</Properties>
</file>